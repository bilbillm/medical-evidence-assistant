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5710238" cy="3571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6" d="100"/>
          <a:sy n="196" d="100"/>
        </p:scale>
        <p:origin x="7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3780" y="584564"/>
            <a:ext cx="4282679" cy="1243542"/>
          </a:xfrm>
        </p:spPr>
        <p:txBody>
          <a:bodyPr anchor="b"/>
          <a:lstStyle>
            <a:lvl1pPr algn="ctr">
              <a:defRPr sz="28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3780" y="1876061"/>
            <a:ext cx="4282679" cy="862376"/>
          </a:xfrm>
        </p:spPr>
        <p:txBody>
          <a:bodyPr/>
          <a:lstStyle>
            <a:lvl1pPr marL="0" indent="0" algn="ctr">
              <a:buNone/>
              <a:defRPr sz="1124"/>
            </a:lvl1pPr>
            <a:lvl2pPr marL="214152" indent="0" algn="ctr">
              <a:buNone/>
              <a:defRPr sz="937"/>
            </a:lvl2pPr>
            <a:lvl3pPr marL="428305" indent="0" algn="ctr">
              <a:buNone/>
              <a:defRPr sz="843"/>
            </a:lvl3pPr>
            <a:lvl4pPr marL="642457" indent="0" algn="ctr">
              <a:buNone/>
              <a:defRPr sz="749"/>
            </a:lvl4pPr>
            <a:lvl5pPr marL="856610" indent="0" algn="ctr">
              <a:buNone/>
              <a:defRPr sz="749"/>
            </a:lvl5pPr>
            <a:lvl6pPr marL="1070762" indent="0" algn="ctr">
              <a:buNone/>
              <a:defRPr sz="749"/>
            </a:lvl6pPr>
            <a:lvl7pPr marL="1284915" indent="0" algn="ctr">
              <a:buNone/>
              <a:defRPr sz="749"/>
            </a:lvl7pPr>
            <a:lvl8pPr marL="1499067" indent="0" algn="ctr">
              <a:buNone/>
              <a:defRPr sz="749"/>
            </a:lvl8pPr>
            <a:lvl9pPr marL="1713220" indent="0" algn="ctr">
              <a:buNone/>
              <a:defRPr sz="749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13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676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605" y="890489"/>
            <a:ext cx="4925080" cy="1485801"/>
          </a:xfrm>
        </p:spPr>
        <p:txBody>
          <a:bodyPr anchor="b"/>
          <a:lstStyle>
            <a:lvl1pPr>
              <a:defRPr sz="281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9605" y="2390346"/>
            <a:ext cx="4925080" cy="781347"/>
          </a:xfrm>
        </p:spPr>
        <p:txBody>
          <a:bodyPr/>
          <a:lstStyle>
            <a:lvl1pPr marL="0" indent="0">
              <a:buNone/>
              <a:defRPr sz="1124">
                <a:solidFill>
                  <a:schemeClr val="tx1">
                    <a:tint val="75000"/>
                  </a:schemeClr>
                </a:solidFill>
              </a:defRPr>
            </a:lvl1pPr>
            <a:lvl2pPr marL="214152" indent="0">
              <a:buNone/>
              <a:defRPr sz="937">
                <a:solidFill>
                  <a:schemeClr val="tx1">
                    <a:tint val="75000"/>
                  </a:schemeClr>
                </a:solidFill>
              </a:defRPr>
            </a:lvl2pPr>
            <a:lvl3pPr marL="428305" indent="0">
              <a:buNone/>
              <a:defRPr sz="843">
                <a:solidFill>
                  <a:schemeClr val="tx1">
                    <a:tint val="75000"/>
                  </a:schemeClr>
                </a:solidFill>
              </a:defRPr>
            </a:lvl3pPr>
            <a:lvl4pPr marL="642457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4pPr>
            <a:lvl5pPr marL="856610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5pPr>
            <a:lvl6pPr marL="1070762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6pPr>
            <a:lvl7pPr marL="1284915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7pPr>
            <a:lvl8pPr marL="1499067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8pPr>
            <a:lvl9pPr marL="1713220" indent="0">
              <a:buNone/>
              <a:defRPr sz="74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141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579" y="950846"/>
            <a:ext cx="2426851" cy="22663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90808" y="950846"/>
            <a:ext cx="2426851" cy="226632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80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23" y="190170"/>
            <a:ext cx="4925080" cy="69039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323" y="875606"/>
            <a:ext cx="2415698" cy="429121"/>
          </a:xfrm>
        </p:spPr>
        <p:txBody>
          <a:bodyPr anchor="b"/>
          <a:lstStyle>
            <a:lvl1pPr marL="0" indent="0">
              <a:buNone/>
              <a:defRPr sz="1124" b="1"/>
            </a:lvl1pPr>
            <a:lvl2pPr marL="214152" indent="0">
              <a:buNone/>
              <a:defRPr sz="937" b="1"/>
            </a:lvl2pPr>
            <a:lvl3pPr marL="428305" indent="0">
              <a:buNone/>
              <a:defRPr sz="843" b="1"/>
            </a:lvl3pPr>
            <a:lvl4pPr marL="642457" indent="0">
              <a:buNone/>
              <a:defRPr sz="749" b="1"/>
            </a:lvl4pPr>
            <a:lvl5pPr marL="856610" indent="0">
              <a:buNone/>
              <a:defRPr sz="749" b="1"/>
            </a:lvl5pPr>
            <a:lvl6pPr marL="1070762" indent="0">
              <a:buNone/>
              <a:defRPr sz="749" b="1"/>
            </a:lvl6pPr>
            <a:lvl7pPr marL="1284915" indent="0">
              <a:buNone/>
              <a:defRPr sz="749" b="1"/>
            </a:lvl7pPr>
            <a:lvl8pPr marL="1499067" indent="0">
              <a:buNone/>
              <a:defRPr sz="749" b="1"/>
            </a:lvl8pPr>
            <a:lvl9pPr marL="1713220" indent="0">
              <a:buNone/>
              <a:defRPr sz="74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323" y="1304727"/>
            <a:ext cx="2415698" cy="191905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90808" y="875606"/>
            <a:ext cx="2427595" cy="429121"/>
          </a:xfrm>
        </p:spPr>
        <p:txBody>
          <a:bodyPr anchor="b"/>
          <a:lstStyle>
            <a:lvl1pPr marL="0" indent="0">
              <a:buNone/>
              <a:defRPr sz="1124" b="1"/>
            </a:lvl1pPr>
            <a:lvl2pPr marL="214152" indent="0">
              <a:buNone/>
              <a:defRPr sz="937" b="1"/>
            </a:lvl2pPr>
            <a:lvl3pPr marL="428305" indent="0">
              <a:buNone/>
              <a:defRPr sz="843" b="1"/>
            </a:lvl3pPr>
            <a:lvl4pPr marL="642457" indent="0">
              <a:buNone/>
              <a:defRPr sz="749" b="1"/>
            </a:lvl4pPr>
            <a:lvl5pPr marL="856610" indent="0">
              <a:buNone/>
              <a:defRPr sz="749" b="1"/>
            </a:lvl5pPr>
            <a:lvl6pPr marL="1070762" indent="0">
              <a:buNone/>
              <a:defRPr sz="749" b="1"/>
            </a:lvl6pPr>
            <a:lvl7pPr marL="1284915" indent="0">
              <a:buNone/>
              <a:defRPr sz="749" b="1"/>
            </a:lvl7pPr>
            <a:lvl8pPr marL="1499067" indent="0">
              <a:buNone/>
              <a:defRPr sz="749" b="1"/>
            </a:lvl8pPr>
            <a:lvl9pPr marL="1713220" indent="0">
              <a:buNone/>
              <a:defRPr sz="74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90808" y="1304727"/>
            <a:ext cx="2427595" cy="191905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700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40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430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23" y="238125"/>
            <a:ext cx="1841700" cy="833438"/>
          </a:xfrm>
        </p:spPr>
        <p:txBody>
          <a:bodyPr anchor="b"/>
          <a:lstStyle>
            <a:lvl1pPr>
              <a:defRPr sz="1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7595" y="514284"/>
            <a:ext cx="2890808" cy="2538346"/>
          </a:xfrm>
        </p:spPr>
        <p:txBody>
          <a:bodyPr/>
          <a:lstStyle>
            <a:lvl1pPr>
              <a:defRPr sz="1499"/>
            </a:lvl1pPr>
            <a:lvl2pPr>
              <a:defRPr sz="1312"/>
            </a:lvl2pPr>
            <a:lvl3pPr>
              <a:defRPr sz="1124"/>
            </a:lvl3pPr>
            <a:lvl4pPr>
              <a:defRPr sz="937"/>
            </a:lvl4pPr>
            <a:lvl5pPr>
              <a:defRPr sz="937"/>
            </a:lvl5pPr>
            <a:lvl6pPr>
              <a:defRPr sz="937"/>
            </a:lvl6pPr>
            <a:lvl7pPr>
              <a:defRPr sz="937"/>
            </a:lvl7pPr>
            <a:lvl8pPr>
              <a:defRPr sz="937"/>
            </a:lvl8pPr>
            <a:lvl9pPr>
              <a:defRPr sz="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323" y="1071563"/>
            <a:ext cx="1841700" cy="1985202"/>
          </a:xfrm>
        </p:spPr>
        <p:txBody>
          <a:bodyPr/>
          <a:lstStyle>
            <a:lvl1pPr marL="0" indent="0">
              <a:buNone/>
              <a:defRPr sz="749"/>
            </a:lvl1pPr>
            <a:lvl2pPr marL="214152" indent="0">
              <a:buNone/>
              <a:defRPr sz="656"/>
            </a:lvl2pPr>
            <a:lvl3pPr marL="428305" indent="0">
              <a:buNone/>
              <a:defRPr sz="562"/>
            </a:lvl3pPr>
            <a:lvl4pPr marL="642457" indent="0">
              <a:buNone/>
              <a:defRPr sz="468"/>
            </a:lvl4pPr>
            <a:lvl5pPr marL="856610" indent="0">
              <a:buNone/>
              <a:defRPr sz="468"/>
            </a:lvl5pPr>
            <a:lvl6pPr marL="1070762" indent="0">
              <a:buNone/>
              <a:defRPr sz="468"/>
            </a:lvl6pPr>
            <a:lvl7pPr marL="1284915" indent="0">
              <a:buNone/>
              <a:defRPr sz="468"/>
            </a:lvl7pPr>
            <a:lvl8pPr marL="1499067" indent="0">
              <a:buNone/>
              <a:defRPr sz="468"/>
            </a:lvl8pPr>
            <a:lvl9pPr marL="1713220" indent="0">
              <a:buNone/>
              <a:defRPr sz="46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2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323" y="238125"/>
            <a:ext cx="1841700" cy="833438"/>
          </a:xfrm>
        </p:spPr>
        <p:txBody>
          <a:bodyPr anchor="b"/>
          <a:lstStyle>
            <a:lvl1pPr>
              <a:defRPr sz="14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427595" y="514284"/>
            <a:ext cx="2890808" cy="2538346"/>
          </a:xfrm>
        </p:spPr>
        <p:txBody>
          <a:bodyPr anchor="t"/>
          <a:lstStyle>
            <a:lvl1pPr marL="0" indent="0">
              <a:buNone/>
              <a:defRPr sz="1499"/>
            </a:lvl1pPr>
            <a:lvl2pPr marL="214152" indent="0">
              <a:buNone/>
              <a:defRPr sz="1312"/>
            </a:lvl2pPr>
            <a:lvl3pPr marL="428305" indent="0">
              <a:buNone/>
              <a:defRPr sz="1124"/>
            </a:lvl3pPr>
            <a:lvl4pPr marL="642457" indent="0">
              <a:buNone/>
              <a:defRPr sz="937"/>
            </a:lvl4pPr>
            <a:lvl5pPr marL="856610" indent="0">
              <a:buNone/>
              <a:defRPr sz="937"/>
            </a:lvl5pPr>
            <a:lvl6pPr marL="1070762" indent="0">
              <a:buNone/>
              <a:defRPr sz="937"/>
            </a:lvl6pPr>
            <a:lvl7pPr marL="1284915" indent="0">
              <a:buNone/>
              <a:defRPr sz="937"/>
            </a:lvl7pPr>
            <a:lvl8pPr marL="1499067" indent="0">
              <a:buNone/>
              <a:defRPr sz="937"/>
            </a:lvl8pPr>
            <a:lvl9pPr marL="1713220" indent="0">
              <a:buNone/>
              <a:defRPr sz="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3323" y="1071563"/>
            <a:ext cx="1841700" cy="1985202"/>
          </a:xfrm>
        </p:spPr>
        <p:txBody>
          <a:bodyPr/>
          <a:lstStyle>
            <a:lvl1pPr marL="0" indent="0">
              <a:buNone/>
              <a:defRPr sz="749"/>
            </a:lvl1pPr>
            <a:lvl2pPr marL="214152" indent="0">
              <a:buNone/>
              <a:defRPr sz="656"/>
            </a:lvl2pPr>
            <a:lvl3pPr marL="428305" indent="0">
              <a:buNone/>
              <a:defRPr sz="562"/>
            </a:lvl3pPr>
            <a:lvl4pPr marL="642457" indent="0">
              <a:buNone/>
              <a:defRPr sz="468"/>
            </a:lvl4pPr>
            <a:lvl5pPr marL="856610" indent="0">
              <a:buNone/>
              <a:defRPr sz="468"/>
            </a:lvl5pPr>
            <a:lvl6pPr marL="1070762" indent="0">
              <a:buNone/>
              <a:defRPr sz="468"/>
            </a:lvl6pPr>
            <a:lvl7pPr marL="1284915" indent="0">
              <a:buNone/>
              <a:defRPr sz="468"/>
            </a:lvl7pPr>
            <a:lvl8pPr marL="1499067" indent="0">
              <a:buNone/>
              <a:defRPr sz="468"/>
            </a:lvl8pPr>
            <a:lvl9pPr marL="1713220" indent="0">
              <a:buNone/>
              <a:defRPr sz="46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437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85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86389" y="190169"/>
            <a:ext cx="1231270" cy="30269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2579" y="190169"/>
            <a:ext cx="3622432" cy="30269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62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579" y="190170"/>
            <a:ext cx="4925080" cy="6903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579" y="950846"/>
            <a:ext cx="4925080" cy="22663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2579" y="3310599"/>
            <a:ext cx="1284804" cy="190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438EA-7C05-43DA-8EA1-144B9C739382}" type="datetimeFigureOut">
              <a:rPr lang="zh-CN" altLang="en-US" smtClean="0"/>
              <a:t>2026/7/15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91517" y="3310599"/>
            <a:ext cx="1927205" cy="190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032855" y="3310599"/>
            <a:ext cx="1284804" cy="1901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F907B3-E152-483C-B8E9-65E5AE6D11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504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28305" rtl="0" eaLnBrk="1" latinLnBrk="0" hangingPunct="1">
        <a:lnSpc>
          <a:spcPct val="90000"/>
        </a:lnSpc>
        <a:spcBef>
          <a:spcPct val="0"/>
        </a:spcBef>
        <a:buNone/>
        <a:defRPr sz="206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7076" indent="-107076" algn="l" defTabSz="428305" rtl="0" eaLnBrk="1" latinLnBrk="0" hangingPunct="1">
        <a:lnSpc>
          <a:spcPct val="90000"/>
        </a:lnSpc>
        <a:spcBef>
          <a:spcPts val="468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1pPr>
      <a:lvl2pPr marL="321229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1124" kern="1200">
          <a:solidFill>
            <a:schemeClr val="tx1"/>
          </a:solidFill>
          <a:latin typeface="+mn-lt"/>
          <a:ea typeface="+mn-ea"/>
          <a:cs typeface="+mn-cs"/>
        </a:defRPr>
      </a:lvl2pPr>
      <a:lvl3pPr marL="535381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937" kern="1200">
          <a:solidFill>
            <a:schemeClr val="tx1"/>
          </a:solidFill>
          <a:latin typeface="+mn-lt"/>
          <a:ea typeface="+mn-ea"/>
          <a:cs typeface="+mn-cs"/>
        </a:defRPr>
      </a:lvl3pPr>
      <a:lvl4pPr marL="749534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4pPr>
      <a:lvl5pPr marL="963686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5pPr>
      <a:lvl6pPr marL="1177839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6pPr>
      <a:lvl7pPr marL="1391991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7pPr>
      <a:lvl8pPr marL="1606144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8pPr>
      <a:lvl9pPr marL="1820296" indent="-107076" algn="l" defTabSz="428305" rtl="0" eaLnBrk="1" latinLnBrk="0" hangingPunct="1">
        <a:lnSpc>
          <a:spcPct val="90000"/>
        </a:lnSpc>
        <a:spcBef>
          <a:spcPts val="234"/>
        </a:spcBef>
        <a:buFont typeface="Arial" panose="020B0604020202020204" pitchFamily="34" charset="0"/>
        <a:buChar char="•"/>
        <a:defRPr sz="8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1pPr>
      <a:lvl2pPr marL="214152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2pPr>
      <a:lvl3pPr marL="428305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3pPr>
      <a:lvl4pPr marL="642457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4pPr>
      <a:lvl5pPr marL="856610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5pPr>
      <a:lvl6pPr marL="1070762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6pPr>
      <a:lvl7pPr marL="1284915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7pPr>
      <a:lvl8pPr marL="1499067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8pPr>
      <a:lvl9pPr marL="1713220" algn="l" defTabSz="428305" rtl="0" eaLnBrk="1" latinLnBrk="0" hangingPunct="1">
        <a:defRPr sz="8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959ED-AAE1-3E22-E408-D77E63585C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B3BC9C-504C-80EF-85EF-AA6C13E6FE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312BA0-CC2A-3646-8266-9DD8E1CBB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"/>
            <a:ext cx="5710238" cy="35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7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D43C3-EECB-C217-C347-A35656318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1A03331-F294-933A-F200-A4EEE8520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0238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50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E9E4E-3354-3A6D-A9A8-CB6AD3DF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B7CF0-D111-89CB-0ACA-28000145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DC14ECF-A9D9-B47E-74FA-DB0B289CF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10678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212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899A-EE08-716F-FE56-403A58FF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CFE42-2F86-5D59-F1C0-83688211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503F9FA-F516-F78B-4307-6ED43CD74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0238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4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25970-C9D6-878A-677B-1F342AE9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769CC-68A0-67E4-2A0E-5688204D0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94AE17D-A7E0-E13B-DA5D-5133790CB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0238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69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325CB-0B47-7569-18A7-0DC5E1445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FE388D-094C-1EC4-899B-F3FE04A1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54A2971-C717-C76A-66B0-6E70CC98D0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0238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09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03B0-C26A-03AE-E401-CDB8AFF3C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A8735-2350-626D-7E91-A7E2BFB4E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EBF614F-562B-34F6-2260-547AE8E21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710238" cy="35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98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21371-8BA0-D358-29C4-5B71431CE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195FE-F4E2-A612-FAC6-70E5AE279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1682FC1C-58E8-2CE3-2D02-49496E8EB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10678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587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6736C-CF25-17B9-9C0E-040539F3C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C4014D-D082-B9DE-C0D0-497042366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DDC5E2E-58AD-9AF6-E604-DEF94E3D2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10678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258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461F6-8B89-2C91-2179-2DED97A0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5BFE7-9CC8-066E-69E2-44B4420C9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D855252-AD54-38F3-3C9D-CD26E0330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710678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62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0</Words>
  <Application>Microsoft Office PowerPoint</Application>
  <PresentationFormat>自定义</PresentationFormat>
  <Paragraphs>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Craft Mine</dc:creator>
  <cp:lastModifiedBy>Craft Mine</cp:lastModifiedBy>
  <cp:revision>2</cp:revision>
  <dcterms:created xsi:type="dcterms:W3CDTF">2026-07-15T14:42:10Z</dcterms:created>
  <dcterms:modified xsi:type="dcterms:W3CDTF">2026-07-15T15:01:23Z</dcterms:modified>
</cp:coreProperties>
</file>